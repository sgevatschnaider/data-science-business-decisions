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¿Qué es un autoencoder?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Una red neuronal que aprende una representación interna y trata de reconstruir su entrada. En tareas clásicas no necesita etiquetas de clase.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 → encoder → z → decoder → x̂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¿Qué es un autoencoder?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 → encoder → z → decoder → x̂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3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3/12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¿Qué es un autoencoder?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4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4/12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El encoder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Transforma un vector original x en una representación latente z. La dimensión puede reducirse, pero ello no garantiza utilidad ni interpretabilidad.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z=fθ(x);  z=φ(Wₑx+bₑ)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5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5/12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El encoder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z=fθ(x);  z=φ(Wₑx+bₑ)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6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6/12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El encoder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7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7/12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El espacio latente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Concentra patrones de covariación. Su dimensión y la regularización controlan capacidad. Dos ejes no significan automáticamente dos factores económicos.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x∈ℝ⁶ → z∈ℝ²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8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8/12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El espacio latente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x∈ℝ⁶ → z∈ℝ²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9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9/12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El espacio latente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0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10/12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El decoder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Reconstruye los atributos originales desde la codificación latente. Los parámetros se optimizan conjuntamente con los del encoder.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x̂=gφ(z)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11/12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El decoder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x̂=gφ(z)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12/12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El decoder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empresas con indicadores económicos.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os y Decisiones">
  <a:themeElements>
    <a:clrScheme name="Teal Dark">
      <a:dk1>
        <a:sysClr val="windowText" lastClr="000000"/>
      </a:dk1>
      <a:lt1>
        <a:sysClr val="window" lastClr="FFFFFF"/>
      </a:lt1>
      <a:dk2>
        <a:srgbClr val="0A2034"/>
      </a:dk2>
      <a:lt2>
        <a:srgbClr val="EAF8FF"/>
      </a:lt2>
      <a:accent1>
        <a:srgbClr val="5BE4C3"/>
      </a:accent1>
      <a:accent2>
        <a:srgbClr val="64A9F2"/>
      </a:accent2>
      <a:accent3>
        <a:srgbClr val="E1AE65"/>
      </a:accent3>
      <a:accent4>
        <a:srgbClr val="8F76CB"/>
      </a:accent4>
      <a:accent5>
        <a:srgbClr val="D36F6F"/>
      </a:accent5>
      <a:accent6>
        <a:srgbClr val="1D9C9C"/>
      </a:accent6>
      <a:hlink>
        <a:srgbClr val="5BE4C3"/>
      </a:hlink>
      <a:folHlink>
        <a:srgbClr val="AA88D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 · Clase 1</dc:title>
  <dc:creator>Sergio Gevatschnaider</dc:creator>
  <cp:lastModifiedBy>Sergio Gevatschnaider</cp:lastModifiedBy>
</cp:coreProperties>
</file>