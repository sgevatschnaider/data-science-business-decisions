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Anomalías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Entrenar en un patrón de referencia, puntuar errores y validar un umbral. Error alto es una alerta, no una prueba de fraude.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s(x)=||x−x̂||²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Anomalías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s(x)=||x−x̂||²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Anomalías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Caso económico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Representar empresas con indicadores de rentabilidad, deuda, liquidez y crecimiento; evaluar reconstrucción, estabilidad e interpretación de factores.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Validación temporal y prevención de leakage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Caso económico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Validación temporal y prevención de leakage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Caso económico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Variantes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Undercomplete, sparse, denoising y autoencoders variacionales responden a objetivos diferentes. Un VAE modela una distribución latente.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Un VAE no es igual a un AE clásico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Variantes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Un VAE no es igual a un AE clásico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Variantes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Conexión con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En una red empresarial interesa representar no solo variables de cada empresa, sino también sus relaciones.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Siguiente clase: Graph Autoencoders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Conexión con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Siguiente clase: Graph Autoencoders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Conexión con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3</dc:title>
  <dc:creator>Sergio Gevatschnaider</dc:creator>
  <cp:lastModifiedBy>Sergio Gevatschnaider</cp:lastModifiedBy>
</cp:coreProperties>
</file>