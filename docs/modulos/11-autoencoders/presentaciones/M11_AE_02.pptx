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Función de pérdida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Para observaciones numéricas, una opción es el error cuadrático medio; otras familias de datos requieren pérdidas diferentes.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L=(1/n)Σᵢ||xᵢ−x̂ᵢ||²₂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Función de pérdida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L=(1/n)Σᵢ||xᵢ−x̂ᵢ||²₂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3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3/12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Función de pérdida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4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4/12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Entrenamiento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Propagación hacia adelante, cálculo del gradiente con regla de la cadena, actualización de pesos y control de generalización.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θ←θ−η∇θL; φ←φ−η∇φL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5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5/12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Entrenamiento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θ←θ−η∇θL; φ←φ−η∇φL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6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6/12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Entrenamiento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7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7/12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PCA y AE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PCA es lineal; un AE lineal bajo condiciones específicas aprende el subespacio principal. Modelos no lineales pueden capturar estructuras más complejas, pero no siempre mejoran.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PCA vs AE: comparar error fuera de muestra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8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8/12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PCA y AE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PCA vs AE: comparar error fuera de muestra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9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9/12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PCA y AE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0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10/12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Denoising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Entrenar con entradas perturbadas para recuperar objetivos limpios, en lugar de reconstruir solamente la misma señal ruidosa.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x̃=x+ε; minimizar ||x−g(f(x̃))||²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11/12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Denoising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x̃=x+ε; minimizar ||x−g(f(x̃))||²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12/12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Denoising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os y Decisiones">
  <a:themeElements>
    <a:clrScheme name="Teal Dark">
      <a:dk1>
        <a:sysClr val="windowText" lastClr="000000"/>
      </a:dk1>
      <a:lt1>
        <a:sysClr val="window" lastClr="FFFFFF"/>
      </a:lt1>
      <a:dk2>
        <a:srgbClr val="0A2034"/>
      </a:dk2>
      <a:lt2>
        <a:srgbClr val="EAF8FF"/>
      </a:lt2>
      <a:accent1>
        <a:srgbClr val="5BE4C3"/>
      </a:accent1>
      <a:accent2>
        <a:srgbClr val="64A9F2"/>
      </a:accent2>
      <a:accent3>
        <a:srgbClr val="E1AE65"/>
      </a:accent3>
      <a:accent4>
        <a:srgbClr val="8F76CB"/>
      </a:accent4>
      <a:accent5>
        <a:srgbClr val="D36F6F"/>
      </a:accent5>
      <a:accent6>
        <a:srgbClr val="1D9C9C"/>
      </a:accent6>
      <a:hlink>
        <a:srgbClr val="5BE4C3"/>
      </a:hlink>
      <a:folHlink>
        <a:srgbClr val="AA88D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undefined · Clase 2</dc:title>
  <dc:creator>Sergio Gevatschnaider</dc:creator>
  <cp:lastModifiedBy>Sergio Gevatschnaider</cp:lastModifiedBy>
</cp:coreProperties>
</file>