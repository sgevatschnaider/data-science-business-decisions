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Presentación introductoria.
Desde la geometría de la varianza hasta una representación defendible para el negocio..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Antes de reducir dimensiones: ¿qué queremos preservar?.
PROPÓSITO Y CRITERIOS.
Punto 1: Conservar variación útil sin confundir variación con relevancia empresarial.. Punto 2: Sintetizar correlaciones y visualizar datos de muchas variables.. Punto 3: Preparar una representación para explorar o modelar, sin etiquetas.. Punto 4: Evaluar qué información e interpretabilidad se pierden al comprimir..
Idea para enfatizar: PCA maximiza varianza retenida; no maximiza valor de negocio..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Caso conductor: clientes con métricas heterogéneas.
APLICACIÓN A NEGOCIOS.
Punto 1: Una fila representa un cliente observado durante 90 días.. Punto 2: Variables: recencia, frecuencia, gasto, margen, uso digital.. Punto 3: Las escalas mezclan días, cantidades y unidades monetarias.. Punto 4: Buscamos estructura para explorar clientes, no crear etiquetas de “buenos” o “malos”..
Idea para enfatizar: Primero definir unidad de análisis, ventana temporal y variable de acción..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01 · Intuición geométrica.
PCA · GEOMETRÍA.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PCA no borra variables: construye nuevos ejes.
INTUICIÓN.
Punto 1: PC1 es la dirección que captura la mayor varianza de la nube centrada.. Punto 2: PC2 es ortogonal a PC1 y explica la mayor varianza residual.. Punto 3: Las componentes son combinaciones lineales de las variables.. Punto 4: Con todas las componentes, el cambio de base no pierde información..
Idea para enfatizar: Reducir dimensión significa descartar componentes, no solo rotar ejes..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Centrar los datos: transformar X en X − μ.
PREPROCESAMIENTO.
Punto 1: Restar la media de cada variable sitúa el centroide de la muestra en cero.. Punto 2: Las distancias relativas entre observaciones no cambian.. Punto 3: Sin centrado, los ejes pueden reflejar la localización respecto del origen.. Punto 4: Una transformación aprendida en train debe aplicarse igual a test..
Idea para enfatizar: Centrar no equivale a escalar; son decisiones distintas..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Escalar o no escalar: el peso de las unidades.
PREPROCESAMIENTO.
Punto 1: PCA sobre covarianzas conserva el peso de la dispersión original.. Punto 2: PCA sobre variables Z equivale a operar sobre correlaciones.. Punto 3: Si las unidades difieren mucho, una variable puede dominar por escala.. Punto 4: La estandarización también puede amplificar variables muy ruidosas..
Idea para enfatizar: Elegir la escala a partir del significado de las variables, no por automatismo..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La matriz que describe dispersión y dependencia.
COVARIANZA.
Punto 1: La diagonal de Σ contiene las varianzas de cada variable.. Punto 2: Fuera de la diagonal aparecen covarianzas entre pares.. Punto 3: Σ es simétrica y semidefinida positiva.. Punto 4: Una covarianza grande puede reflejar unidades, no necesariamente relación fuerte..
Idea para enfatizar: Σ = XcᵀXc / (n − 1) para la covarianza muestral..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02 · Fundamento matemático.
PCA · ÁLGEBRA LINEAL.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De la covarianza a las componentes principales.
AUTOVECTORES.
Punto 1: Cada autovector es una dirección de variación de la muestra.. Punto 2: Cada autovalor mide cuánta varianza existe en esa dirección.. Punto 3: Ordenar autovalores de mayor a menor determina PC1, PC2, etc.. Punto 4: Las direcciones son ortogonales cuando la matriz es simétrica..
Idea para enfatizar: Los autovectores dan direcciones; los autovalores dan varianzas..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PCA resuelve un problema de optimización.
CRITERIO DE MÁXIMA VARIANZA.
Punto 1: Buscamos una dirección unitaria v para proyectar cada fila de Xc.. Punto 2: La varianza proyectada es vᵀΣv.. Punto 3: La solución de máxima varianza es el autovector principal de Σ.. Punto 4: Para más componentes, imponemos ortogonalidad entre ejes..
Idea para enfatizar: Una componente es una dirección óptima según un objetivo muy específico..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SVD: la forma numéricamente robusta de PCA.
IMPLEMENTACIÓN.
Punto 1: Descomponemos Xc = U S Vᵀ, sin necesidad de construir Σ explícitamente.. Punto 2: Las filas de Vᵀ aportan direcciones principales.. Punto 3: Los scores aparecen como U S; las varianzas como sⱼ²/(n − 1).. Punto 4: En práctica, librerías usan variantes de SVD por eficiencia y precisión..
Idea para enfatizar: SVD conecta la explicación geométrica con la implementación reproducible..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Scores y loadings no son lo mismo.
INTERPRETACIÓN.
Punto 1: Score: coordenada de cada observación en el nuevo sistema de ejes.. Punto 2: Loading: peso de la variable original en una componente.. Punto 3: Un valor alto en PC1 no implica automáticamente un “buen” cliente.. Punto 4: El signo de toda componente puede invertirse sin cambiar la solución..
Idea para enfatizar: Interpretar cargas requiere contexto, escala y convención de signos..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Ejemplo numérico pequeño para resolver en clase.
EJEMPLO PASO A PASO.
Punto 1: Cuatro observaciones: (1,2), (2,3), (3,5), (4,6).. Punto 2: Las medias son x̄ = 2,5 e ȳ = 4; se resta cada media.. Punto 3: La covarianza muestral resulta aproximadamente [[1,67; 2,33],[2,33; 3,33]].. Punto 4: El primer autovalor concentra alrededor de 99,6 % de la variabilidad..
Idea para enfatizar: Un ejemplo mínimo vincula datos, matriz, ejes y proyección..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03 · ¿Cuántas componentes conservar?.
PCA · COMPRESIÓN.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Varianza explicada: individual y acumulada.
SCORE CARD.
Punto 1: Proporción individual: EVRⱼ = λⱼ / Σ λᵢ.. Punto 2: Varianza acumulada: suma de las proporciones hasta k.. Punto 3: Scree plot identifica cambios de pendiente; no prueba un “K correcto”.. Punto 4: Los umbrales 80 % o 95 % son convenciones, no garantías de utilidad..
Idea para enfatizar: Retener varianza no garantiza preservar segmentos, anomalías ni predicción..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Reconstruir los datos: el costo medible de comprimir.
ERROR DE RECONSTRUCCIÓN.
Punto 1: Con k componentes, X̂c = TₖVₖᵀ aproxima la matriz centrada.. Punto 2: La diferencia Xc − X̂c cuantifica pérdida de información cuadrática.. Punto 3: PCA de rango k minimiza el error de reconstrucción de Frobenius.. Punto 4: La suma de autovalores omitidos mide la varianza descartada..
Idea para enfatizar: Compresión útil = pérdida aceptable para una decisión concreta..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Biplot: observaciones y relaciones entre variables.
VISUALIZACIÓN.
Punto 1: Puntos cercanos en PC1–PC2 tienen scores similares, no necesariamente distancia original idéntica.. Punto 2: Las flechas muestran la relación de cada variable con el plano proyectado.. Punto 3: El ángulo entre vectores sugiere asociaciones si la representación es adecuada.. Punto 4: Las longitudes deben leerse según la escala elegida para el biplot..
Idea para enfatizar: El biplot es una aproximación de dos dimensiones, no un mapa exhaustivo..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PCA frente a seleccionar variables.
ALTERNATIVAS.
Punto 1: Selección: conservar variables originales; maximiza interpretabilidad.. Punto 2: PCA: generar factores lineales; reduce redundancia entre medidas.. Punto 3: Variables con baja varianza pueden ser útiles si predicen un evento raro.. Punto 4: PCA no selecciona atributos por relevancia para una etiqueta futura..
Idea para enfatizar: Conservar interpretabilidad puede ser más valioso que una compresión extrema..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04 · Riesgos y decisiones.
PCA · USO RESPONSABLE.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Sensibilidad a extremos, ruido y escalas.
ROBUSTEZ.
Punto 1: Una sola observación muy extrema puede rotar PC1 al cambiar Σ.. Punto 2: Centrado y escalado clásicos también reaccionan a outliers.. Punto 3: Comparar con y sin extremos; evaluar alternativas robustas.. Punto 4: No excluir clientes excepcionales sin una justificación de negocio..
Idea para enfatizar: El análisis de sensibilidad es obligatorio cuando la estructura depende de pocos casos..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PCA es lineal; algunas formas no caben en un plano lineal.
LIMITACIONES.
Punto 1: PCA busca ejes rectos y ortogonales, no variedades curvas.. Punto 2: Los métodos no lineales pueden representar estructuras curvas.. Punto 3: t-SNE y UMAP son útiles para exploración, pero las distancias pueden distorsionarse.. Punto 4: Nunca inferir clusters fiables solo por manchas en una visualización..
Idea para enfatizar: Un gráfico atractivo en 2D no demuestra que existan segmentos reales..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PCA dentro del pipeline: evitar fuga de información.
VALIDACIÓN.
Punto 1: Separar train y test antes de ajustar imputación, escalado y PCA.. Punto 2: Ajustar medias, desvíos y componentes únicamente en train.. Punto 3: Aplicar transformaciones aprendidas sobre validación y test.. Punto 4: Si se evalúan clusters, medir estabilidad sin usar datos futuros..
Idea para enfatizar: Todo preprocesamiento aprendido del dataset pertenece dentro del pipeline..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¿PCA antes de K-Means? Beneficios y costos.
CONEXIÓN CON LA SIGUIENTE CLASE.
Punto 1: Puede atenuar ruido y reducir el costo del cálculo de distancias.. Punto 2: Puede eliminar direcciones de baja varianza que sí separan grupos.. Punto 3: Se compara clustering en variables originales escaladas versus PCA(k).. Punto 4: La comparación requiere criterios de estabilidad e interpretación externa..
Idea para enfatizar: PCA y clustering son etapas diferentes; no siempre conviene combinarlas..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De la gráfica a una decisión concreta.
CASO EMPRESARIAL.
Punto 1: PC1 puede capturar intensidad de relación comercial; PC2, sensibilidad promocional.. Punto 2: Esas etiquetas solo valen si los loadings respaldan la interpretación.. Punto 3: Construir perfiles con métricas originales, no únicamente con componentes.. Punto 4: Proponer una acción medible: retención, activación o costo de contacto..
Idea para enfatizar: Toda recomendación debe recuperar las variables originales y su impacto esperado..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Laboratorios vinculados a cada idea.
DISEÑO DE SIMULACIONES M10.
Punto 1: S01: rotación de PC1–PC2 y nube con correlación ajustable.. Punto 2: S02: centrar, estandarizar y modificar pesos de variables.. Punto 3: S03: scree plot, varianza acumulada y error de reconstrucción.. Punto 4: S04: outliers, biplot y comparación PCA → K-Means..
Idea para enfatizar: Cada laboratorio cambiará una hipótesis y mostrará evidencia observable..
Articulación con el laboratorio interactivo: Los simuladores S01–S04 replicarán las figuras y controles de las diapositivas..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Ejercicio de transferencia y evaluación.
DESAFÍO DE CLASE.
Punto 1: Dos variables están muy correlacionadas, pero una mide montos 1.000 veces mayores.. Punto 2: Se obtiene 92 % de varianza con dos componentes de cinco.. Punto 3: Un outlier cambia PC1 y la silhouette mejora después de comprimir.. Punto 4: Explicar qué decisiones sí se pueden justificar y qué evidencia falta..
Idea para enfatizar: La evidencia de varianza es necesaria, pero no suficiente..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Mapa de errores frecuentes.
AUTOCONTROL.
Punto 1: “PC1 es la variable más importante” → es una combinación, no una columna.. Punto 2: “95 % de varianza = 95 % de precisión” → son magnitudes diferentes.. Punto 3: “PCA identifica clusters” → PCA proyecta; no asigna grupos.. Punto 4: “La misma proyección sirve para siempre” → debe vigilarse el drift..
Idea para enfatizar: Las interpretaciones fuertes necesitan pruebas externas..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PCA · Análisis de Componentes Principales. Bibliografía esencial y cierre de PCA.
REFERENCIAS.
Punto 1: Jolliffe, I. T. &amp; Cadima, J. (2016). Principal component analysis: a review.. Punto 2: Hastie, Tibshirani &amp; Friedman (2009). The Elements of Statistical Learning, cap. 14.. Punto 3: James et al. (2023). An Introduction to Statistical Learning with Applications in Python.. Punto 4: scikit-learn: User Guide → Decomposition / PCA; documentación de Pipeline..
Idea para enfatizar: En la próxima presentación convertimos la geometría en una asignación de grupos..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03504"/>
            <a:ext cx="6720840" cy="5504688"/>
          </a:xfrm>
          <a:prstGeom prst="roundRect">
            <a:avLst>
              <a:gd name="adj" fmla="val 26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961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75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PARA DECISIONES DE NEGOCIO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2688" y="1499616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2688" y="2011680"/>
            <a:ext cx="6035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· Análisis de Componentes Principales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41832" y="3831336"/>
            <a:ext cx="1828800" cy="0"/>
          </a:xfrm>
          <a:prstGeom prst="line">
            <a:avLst/>
          </a:prstGeom>
          <a:noFill/>
          <a:ln w="50800">
            <a:solidFill>
              <a:srgbClr val="48DF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4133088"/>
            <a:ext cx="5715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la geometría de la varianza hasta una representación defendible para el negocio.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1832" y="5129784"/>
            <a:ext cx="583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Clases conceptuales · Matemáticas · Evidencia visual · Decisión de negocio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88936" y="603504"/>
            <a:ext cx="4087368" cy="5504688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1" name="Image 0" descr="/home/runner/work/data-science-business-decisions/data-science-business-decisions/docs/modulos/10-clustering/presentaciones/fuentes/assets/pca_geo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2" y="1325880"/>
            <a:ext cx="3849624" cy="35478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36408" y="526694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Sergio Gevatschnaider  ·  Material de cátedra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29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PROPÓSITO Y CRITERIOS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reducir dimensiones: ¿qué queremos preservar?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Conservar variación útil sin confundir variación con relevancia empresarial.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Sintetizar correlaciones y visualizar datos de muchas variables.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Preparar una representación para explorar o modelar, sin etiquetas.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Evaluar qué información e interpretabilidad se pierden al comprimir.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87452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DE DECISIÓN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2350008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560320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1424" y="2404872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decisión necesita el mapa de datos?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9632" y="3163824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374136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21424" y="3218688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variables pueden dominar por su escala?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9632" y="3977640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4187952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21424" y="4032504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estructura conservaría la proyección?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632" y="4791456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5001768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21424" y="4846320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evaluaríamos pérdida y utilidad?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maximiza varianza retenida; no maximiza valor de negocio.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29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APLICACIÓN A NEGOCIOS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conductor: clientes con métricas heterogéneas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fila representa un cliente observado durante 90 días.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Variables: recencia, frecuencia, gasto, margen, uso digital.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escalas mezclan días, cantidades y unidades monetarias.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Buscamos estructura para explorar clientes, no crear etiquetas de “buenos” o “malos”.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business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Primero definir unidad de análisis, ventana temporal y variable de acción.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29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01_PCA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Intuición geométrica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rotación de ejes encuentra las direcciones que contienen más variabilidad.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pca_geo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29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INTUICIÓN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no borra variables: construye nuevos ejes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PC1 es la dirección que captura la mayor varianza de la nube centrada.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PC2 es ortogonal a PC1 y explica la mayor varianza residual.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componentes son combinaciones lineales de las variables.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todas las componentes, el cambio de base no pierde información.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geo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Reducir dimensión significa descartar componentes, no solo rotar ejes.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29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PREPROCESAMIENTO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Centrar los datos: transformar X en X − μ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 la media de cada variable sitúa el centroide de la muestra en cero.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distancias relativas entre observaciones no cambian.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centrado, los ejes pueden reflejar la localización respecto del origen.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transformación aprendida en train debe aplicarse igual a test.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Centrar no equivale a escalar; son decisiones distintas.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29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PREPROCESAMIENTO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Escalar o no escalar: el peso de las unidades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sobre covarianzas conserva el peso de la dispersión original.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sobre variables Z equivale a operar sobre correlaciones.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las unidades difieren mucho, una variable puede dominar por escala.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estandarización también puede amplificar variables muy ruidosas.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 la escala a partir del significado de las variables, no por automatismo.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29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COVARIANZA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matriz que describe dispersión y dependencia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diagonal de Σ contiene las varianzas de cada variable.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Fuera de la diagonal aparecen covarianzas entre pares.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 es simétrica y semidefinida positiva.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covarianza grande puede reflejar unidades, no necesariamente relación fuerte.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co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 = XcᵀXc / (n − 1) para la covarianza muestral.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29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01_PCA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Fundamento matemático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Autovalores, autovectores y descomposición en valores singulares traducen la geometría a cálculo.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pca_co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29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AUTOVECTORES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covarianza a las componentes principales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autovector es una dirección de variación de la muestra.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autovalor mide cuánta varianza existe en esa dirección.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Ordenar autovalores de mayor a menor determina PC1, PC2, etc.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direcciones son ortogonales cuando la matriz es simétrica.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MATEMÁTICO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68880"/>
            <a:ext cx="5084064" cy="1143000"/>
          </a:xfrm>
          <a:prstGeom prst="roundRect">
            <a:avLst>
              <a:gd name="adj" fmla="val 128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78608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Σvⱼ = λⱼvⱼ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6227064" y="396849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Σ: covarianza de las variables centradas.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227064" y="448970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vⱼ: eje principal de norma 1.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27064" y="5010912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82896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λⱼ ≥ 0: varianza de la componente j.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227064" y="55321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404104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λ₁ ≥ λ₂ ≥ … ≥ λₚ.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autovectores dan direcciones; los autovalores dan varianzas.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29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CRITERIO DE MÁXIMA VARIANZA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resuelve un problema de optimización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Buscamos una dirección unitaria v para proyectar cada fila de Xc.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varianza proyectada es vᵀΣv.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 de máxima varianza es el autovector principal de Σ.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más componentes, imponemos ortogonalidad entre ejes.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MATEMÁTICO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68880"/>
            <a:ext cx="5084064" cy="1143000"/>
          </a:xfrm>
          <a:prstGeom prst="roundRect">
            <a:avLst>
              <a:gd name="adj" fmla="val 128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78608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maxᵥ  vᵀΣv   sujeto a   vᵀv = 1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6227064" y="396849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 es v₁, autovector de λ₁.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227064" y="448970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PC1 captura λ₁ de varianza muestral.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27064" y="5010912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82896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PC2 maximiza con v₂ ⟂ v₁.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componente es una dirección óptima según un objetivo muy específico.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29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IMPLEMENTACIÓN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SVD: la forma numéricamente robusta de PCA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Descomponemos Xc = U S Vᵀ, sin necesidad de construir Σ explícitamente.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filas de Vᵀ aportan direcciones principales.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scores aparecen como U S; las varianzas como sⱼ²/(n − 1).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práctica, librerías usan variantes de SVD por eficiencia y precisión.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MATEMÁTICO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68880"/>
            <a:ext cx="5084064" cy="1143000"/>
          </a:xfrm>
          <a:prstGeom prst="roundRect">
            <a:avLst>
              <a:gd name="adj" fmla="val 128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78608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 = U S Vᵀ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6227064" y="396849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Scores: T = XcV = U S.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227064" y="448970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Loadings: columnas de V.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27064" y="5010912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82896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Varianzas: λⱼ = sⱼ² / (n − 1).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227064" y="55321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404104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n ≪ p pueden convenir métodos truncados.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SVD conecta la explicación geométrica con la implementación reproducible.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29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INTERPRETACIÓN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y loadings no son lo mismo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Score: coordenada de cada observación en el nuevo sistema de ejes.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Loading: peso de la variable original en una componente.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valor alto en PC1 no implica automáticamente un “buen” cliente.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signo de toda componente puede invertirse sin cambiar la solución.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bi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Interpretar cargas requiere contexto, escala y convención de signos.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29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EJEMPLO PASO A PASO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numérico pequeño para resolver en clase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observaciones: (1,2), (2,3), (3,5), (4,6).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medias son x̄ = 2,5 e ȳ = 4; se resta cada media.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covarianza muestral resulta aproximadamente [[1,67; 2,33],[2,33; 3,33]].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primer autovalor concentra alrededor de 99,6 % de la variabilidad.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MATEMÁTICO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68880"/>
            <a:ext cx="5084064" cy="1143000"/>
          </a:xfrm>
          <a:prstGeom prst="roundRect">
            <a:avLst>
              <a:gd name="adj" fmla="val 128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78608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 ≈ [1,67  2,33 ; 2,33  3,33]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6227064" y="396849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media de cada columna.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227064" y="448970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Xc y XcᵀXc / 3.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27064" y="5010912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82896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Ordenar autovalores y normalizar vectores.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227064" y="55321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404104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Proyectar cada observación sobre PC1.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ejemplo mínimo vincula datos, matriz, ejes y proyección.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29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01_PCA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¿Cuántas componentes conservar?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componente adicional retiene variabilidad, pero también aumenta complejidad y puede reintroducir ruido.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pca_sc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29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SCORE CARD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Varianza explicada: individual y acumulada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Proporción individual: EVRⱼ = λⱼ / Σ λᵢ.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Varianza acumulada: suma de las proporciones hasta k.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 plot identifica cambios de pendiente; no prueba un “K correcto”.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umbrales 80 % o 95 % son convenciones, no garantías de utilidad.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sc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Retener varianza no garantiza preservar segmentos, anomalías ni predicción.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29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ERROR DE RECONSTRUCCIÓN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Reconstruir los datos: el costo medible de comprimir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k componentes, X̂c = TₖVₖᵀ aproxima la matriz centrada.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diferencia Xc − X̂c cuantifica pérdida de información cuadrática.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de rango k minimiza el error de reconstrucción de Frobenius.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suma de autovalores omitidos mide la varianza descartada.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reconstr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Compresión útil = pérdida aceptable para una decisión concreta.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29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VISUALIZACIÓN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Biplot: observaciones y relaciones entre variables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Puntos cercanos en PC1–PC2 tienen scores similares, no necesariamente distancia original idéntica.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flechas muestran la relación de cada variable con el plano proyectado.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ángulo entre vectores sugiere asociaciones si la representación es adecuada.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longitudes deben leerse según la escala elegida para el biplot.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bi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biplot es una aproximación de dos dimensiones, no un mapa exhaustivo.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29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ALTERNATIVAS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frente a seleccionar variables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Selección: conservar variables originales; maximiza interpretabilidad.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PCA: generar factores lineales; reduce redundancia entre medidas.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con baja varianza pueden ser útiles si predicen un evento raro.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no selecciona atributos por relevancia para una etiqueta futura.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28600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SELECCIÓN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918704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Retiene columnas originales.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81344" y="310896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918704" y="318211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Combina columnas en ejes nuevos.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81344" y="393192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PREDICCIÓN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918704" y="400507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ambos caminos con métricas externas.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181344" y="475488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918704" y="48280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Confundir varianza con información útil.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Conservar interpretabilidad puede ser más valioso que una compresión extrema.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29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01_PCA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Riesgos y decisiones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procedimiento puede ser matemáticamente correcto y analíticamente poco útil si se ignora el contexto.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pca_out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29</a:t>
            </a:r>
            <a:endParaRPr lang="en-US" sz="9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ROBUSTEZ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Sensibilidad a extremos, ruido y escalas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sola observación muy extrema puede rotar PC1 al cambiar Σ.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Centrado y escalado clásicos también reaccionan a outliers.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con y sin extremos; evaluar alternativas robustas.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excluir clientes excepcionales sin una justificación de negocio.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out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análisis de sensibilidad es obligatorio cuando la estructura depende de pocos casos.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29</a:t>
            </a:r>
            <a:endParaRPr lang="en-US" sz="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LIMITACIONES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es lineal; algunas formas no caben en un plano lineal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busca ejes rectos y ortogonales, no variedades curvas.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métodos no lineales pueden representar estructuras curvas.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t-SNE y UMAP son útiles para exploración, pero las distancias pueden distorsionarse.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inferir clusters fiables solo por manchas en una visualización.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mo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gráfico atractivo en 2D no demuestra que existan segmentos reales.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29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VALIDACIÓN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dentro del pipeline: evitar fuga de información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Separar train y test antes de ajustar imputación, escalado y PCA.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Ajustar medias, desvíos y componentes únicamente en train.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 transformaciones aprendidas sobre validación y test.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se evalúan clusters, medir estabilidad sin usar datos futuros.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8288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CORRECTO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382512" y="23225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24688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3957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Dividir por cliente o período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82512" y="30083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31546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3081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Imputar / escalar con entrenamiento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8705088" y="35753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82512" y="36941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840480"/>
            <a:ext cx="192024" cy="19202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37673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Ajustar PCA solamente en train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705088" y="42611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82512" y="43799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5262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Proyectar train y test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8705088" y="49469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382512" y="50657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1968" y="52120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51389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estabilidad y efecto en decisión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preprocesamiento aprendido del dataset pertenece dentro del pipeline.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29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CONEXIÓN CON LA SIGUIENTE CLASE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¿PCA antes de K-Means? Beneficios y costos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 atenuar ruido y reducir el costo del cálculo de distancias.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 eliminar direcciones de baja varianza que sí separan grupos.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compara clustering en variables originales escaladas versus PCA(k).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comparación requiere criterios de estabilidad e interpretación externa.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28600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918704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transparentes y accionables.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81344" y="310896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PCA(k)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918704" y="318211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Compresión, posible reducción de ruido.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81344" y="393192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918704" y="400507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Silhouette, estabilidad, perfiles, utilidad.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181344" y="475488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DECIDIR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918704" y="48280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Preferir solución reproducible e interpretable.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y clustering son etapas diferentes; no siempre conviene combinarlas.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29</a:t>
            </a:r>
            <a:endParaRPr lang="en-US" sz="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CASO EMPRESARIAL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gráfica a una decisión concreta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PC1 puede capturar intensidad de relación comercial; PC2, sensibilidad promocional.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Esas etiquetas solo valen si los loadings respaldan la interpretación.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perfiles con métricas originales, no únicamente con componentes.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Proponer una acción medible: retención, activación o costo de contacto.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business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recomendación debe recuperar las variables originales y su impacto esperado.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29</a:t>
            </a:r>
            <a:endParaRPr lang="en-US" sz="9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DISEÑO DE SIMULACIONES M10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Laboratorios vinculados a cada idea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S01: rotación de PC1–PC2 y nube con correlación ajustable.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S02: centrar, estandarizar y modificar pesos de variables.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S03: scree plot, varianza acumulada y error de reconstrucción.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S04: outliers, biplot y comparación PCA → K-Means.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8288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 DE ANÁLISIS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382512" y="23225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24688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3957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S01 · Geometría en tiempo real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82512" y="30083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31546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3081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S02 · Escala / covarianza / correlación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8705088" y="35753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82512" y="36941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840480"/>
            <a:ext cx="192024" cy="19202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37673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S03 · Compresión / pérdida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705088" y="42611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82512" y="43799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5262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S04 · Sensibilidad / segmentación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laboratorio cambiará una hipótesis y mostrará evidencia observable.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29</a:t>
            </a:r>
            <a:endParaRPr lang="en-US" sz="9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DESAFÍO DE CLASE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Ejercicio de transferencia y evaluación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variables están muy correlacionadas, pero una mide montos 1.000 veces mayores.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obtiene 92 % de varianza con dos componentes de cinco.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outlier cambia PC1 y la silhouette mejora después de comprimir.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Explicar qué decisiones sí se pueden justificar y qué evidencia falta.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87452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DE DECISIÓN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2350008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560320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1424" y="2404872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escalado usarías y por qué?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9632" y="3163824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374136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21424" y="3218688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¿Retendrías dos componentes?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9632" y="3977640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4187952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21424" y="4032504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experimento mide sensibilidad?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632" y="4791456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5001768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21424" y="4846320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indicador externo probaría utilidad?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evidencia de varianza es necesaria, pero no suficiente.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/ 29</a:t>
            </a:r>
            <a:endParaRPr lang="en-US" sz="9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AUTOCONTROL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de errores frecuentes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“PC1 es la variable más importante” → es una combinación, no una columna.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“95 % de varianza = 95 % de precisión” → son magnitudes diferentes.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“PCA identifica clusters” → PCA proyecta; no asigna grupos.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“La misma proyección sirve para siempre” → debe vigilarse el drift.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28600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918704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Varianza = capacidad predictiva.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81344" y="310896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918704" y="318211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 = variable original.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81344" y="393192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918704" y="400507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Biplot = distancias fieles para todo.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181344" y="475488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918704" y="48280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Validación, sensibilidad y contexto.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interpretaciones fuertes necesitan pruebas externas.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/ 29</a:t>
            </a:r>
            <a:endParaRPr lang="en-US" sz="9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F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01_PCA     ·     REFERENCIAS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Bibliografía esencial y cierre de PCA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Jolliffe, I. T. &amp; Cadima, J. (2016). Principal component analysis: a review.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Hastie, Tibshirani &amp; Friedman (2009). The Elements of Statistical Learning, cap. 14.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James et al. (2023). An Introduction to Statistical Learning with Applications in Python.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scikit-learn: User Guide → Decomposition / PCA; documentación de Pipeline.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8288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 DE ANÁLISIS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382512" y="23225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24688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3957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Comprender → proyectar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82512" y="30083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31546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3081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Cuantificar → reconstruir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8705088" y="35753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82512" y="36941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840480"/>
            <a:ext cx="192024" cy="19202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37673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→ interpretar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705088" y="42611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82512" y="43799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5262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Decidir → monitorear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la próxima presentación convertimos la geometría en una asignación de grupos.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PCA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/ 29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Ciencia de Datos para Decisiones de Negocio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— PCA · Análisis de Componentes Principales</dc:title>
  <dc:subject>Módulo 10 · PCA, K-Means y clustering jerárquico</dc:subject>
  <dc:creator>Sergio Gevatschnaider</dc:creator>
  <cp:lastModifiedBy>Sergio Gevatschnaider</cp:lastModifiedBy>
  <cp:revision>1</cp:revision>
  <dcterms:created xsi:type="dcterms:W3CDTF">2026-10-11T13:42:34Z</dcterms:created>
  <dcterms:modified xsi:type="dcterms:W3CDTF">2026-10-11T13:42:34Z</dcterms:modified>
</cp:coreProperties>
</file>