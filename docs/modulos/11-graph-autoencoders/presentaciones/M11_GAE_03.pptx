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relacional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Cada tipo r puede tener parámetros propios para reconstruir enlaces sin asumir igual semántica.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Âij⁽ʳ⁾=σ(ziᵀRr zj)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relacional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Âij⁽ʳ⁾=σ(ziᵀRr zj)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relacional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Ejemplo WERC 2026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Actores sintéticos IA A, IA B, IA C, Nube, Chips y Centro I+D forman una red hipotética. Las aristas no describen contratos reales.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Simulación didáctica: no datos observados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Ejemplo WERC 2026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Simulación didáctica: no datos observados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Ejemplo WERC 2026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La hipótesis Reina Roja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La competencia puede exigir adaptación continua; el embedding estático no identifica esa dinámica. Se necesita un proceso temporal y supuestos de evolución.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Grafo estático ≠ ecuaciones dinámicas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La hipótesis Reina Roja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Grafo estático ≠ ecuaciones dinámicas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La hipótesis Reina Roja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Desarrollo empírico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Recopilar relaciones verificadas y fechadas, crear varios tipos de aristas, entrenar modelos y evaluar su evolución frente a baselines.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Redes temporales + prueba fuera de muestra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Desarrollo empírico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Redes temporales + prueba fuera de muestra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Desarrollo empírico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3</dc:title>
  <dc:creator>Sergio Gevatschnaider</dc:creator>
  <cp:lastModifiedBy>Sergio Gevatschnaider</cp:lastModifiedBy>
</cp:coreProperties>
</file>