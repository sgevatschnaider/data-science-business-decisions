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1/12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¿Qué cambia en un grafo?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Las observaciones no son independientes de las relaciones: los actores están conectados mediante vínculos que deben definirse operativamente.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G=(V,E); A∈{0,1}ⁿˣⁿ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2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2/12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¿Qué cambia en un grafo?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G=(V,E); A∈{0,1}ⁿˣⁿ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3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3/12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¿Qué cambia en un grafo?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actores tecnológicos y vínculos de coordinación/competencia.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4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4/12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Atributos y estructura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X contiene características de cada nodo; A describe vínculos. Ambas entradas pueden utilizarse en el encoder.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X∈ℝⁿˣᵖ; Aij indica un vínculo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5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5/12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Atributos y estructura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X∈ℝⁿˣᵖ; Aij indica un vínculo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6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6/12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Atributos y estructura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actores tecnológicos y vínculos de coordinación/competencia.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7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7/12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Encoder sobre grafos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Una GNN combina información de los nodos y sus vecinos para obtener embeddings. El modo de agregación define la información disponible.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Z=GNNθ(X,A)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8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8/12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Encoder sobre grafos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Z=GNNθ(X,A)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9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9/12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Encoder sobre grafos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actores tecnológicos y vínculos de coordinación/competencia.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0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CONCEPTO Y MOTIVACIÓN · 10/12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Embedding de nodo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zi es una representación compacta del nodo i. No debe confundirse cercanía geométrica con cooperación real sin validación.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Z∈ℝⁿˣᵈ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1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MODELO Y ECUACIONES · 11/12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Embedding de nodo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Interpretar cada término y verificar dimensiones. Diferenciar construcción de representación, entrenamiento y predicción.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Z∈ℝⁿˣᵈ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sitiva 12">
    <p:bg>
      <p:bgPr>
        <a:solidFill>
          <a:srgbClr val="0A2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50000" y="430000"/>
            <a:ext cx="109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400" b="1">
                <a:solidFill>
                  <a:srgbClr val="6CE3C7"/>
                </a:solidFill>
                <a:latin typeface="Aptos"/>
              </a:rPr>
              <a:t>MÓDULO undefined · EXPERIMENTO Y EVALUACIÓN · 12/12</a:t>
            </a:r>
            <a:endParaRPr lang="es-AR"/>
          </a:p>
        </p:txBody>
      </p:sp>
      <p:sp>
        <p:nvSpPr>
          <p:cNvPr id="3" name="Title"/>
          <p:cNvSpPr txBox="1"/>
          <p:nvPr/>
        </p:nvSpPr>
        <p:spPr>
          <a:xfrm>
            <a:off x="650000" y="1350000"/>
            <a:ext cx="1090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3300" b="1">
                <a:solidFill>
                  <a:srgbClr val="FFFFFF"/>
                </a:solidFill>
                <a:latin typeface="Aptos"/>
              </a:rPr>
              <a:t>Embedding de nodo</a:t>
            </a:r>
            <a:endParaRPr lang="es-AR"/>
          </a:p>
        </p:txBody>
      </p:sp>
      <p:sp>
        <p:nvSpPr>
          <p:cNvPr id="4" name="Body"/>
          <p:cNvSpPr txBox="1"/>
          <p:nvPr/>
        </p:nvSpPr>
        <p:spPr>
          <a:xfrm>
            <a:off x="650000" y="2750000"/>
            <a:ext cx="105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850" b="0">
                <a:solidFill>
                  <a:srgbClr val="E0F2FA"/>
                </a:solidFill>
                <a:latin typeface="Aptos"/>
              </a:rPr>
              <a:t>Aplicar el mecanismo al caso de actores tecnológicos y vínculos de coordinación/competencia. Diseñar una prueba que podría refutar la hipótesis.</a:t>
            </a:r>
            <a:endParaRPr lang="es-AR"/>
          </a:p>
        </p:txBody>
      </p:sp>
      <p:sp>
        <p:nvSpPr>
          <p:cNvPr id="5" name="Equation"/>
          <p:cNvSpPr txBox="1"/>
          <p:nvPr/>
        </p:nvSpPr>
        <p:spPr>
          <a:xfrm>
            <a:off x="650000" y="4570000"/>
            <a:ext cx="105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600" b="1">
                <a:solidFill>
                  <a:srgbClr val="A5EDDF"/>
                </a:solidFill>
                <a:latin typeface="Aptos"/>
              </a:rPr>
              <a:t>Comparar métrica A/B; controlar sesgos, costo y generalización.</a:t>
            </a:r>
            <a:endParaRPr lang="es-AR"/>
          </a:p>
        </p:txBody>
      </p:sp>
      <p:sp>
        <p:nvSpPr>
          <p:cNvPr id="6" name="Footer"/>
          <p:cNvSpPr txBox="1"/>
          <p:nvPr/>
        </p:nvSpPr>
        <p:spPr>
          <a:xfrm>
            <a:off x="650000" y="6210000"/>
            <a:ext cx="108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s-AR" sz="1050" b="0">
                <a:solidFill>
                  <a:srgbClr val="B5CCDC"/>
                </a:solidFill>
                <a:latin typeface="Aptos"/>
              </a:rPr>
              <a:t>Sergio Gevatschnaider · Ciencia de Datos para Decisiones de Negocio</a:t>
            </a:r>
            <a:endParaRPr lang="es-A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os y Decisiones">
  <a:themeElements>
    <a:clrScheme name="Teal Dark">
      <a:dk1>
        <a:sysClr val="windowText" lastClr="000000"/>
      </a:dk1>
      <a:lt1>
        <a:sysClr val="window" lastClr="FFFFFF"/>
      </a:lt1>
      <a:dk2>
        <a:srgbClr val="0A2034"/>
      </a:dk2>
      <a:lt2>
        <a:srgbClr val="EAF8FF"/>
      </a:lt2>
      <a:accent1>
        <a:srgbClr val="5BE4C3"/>
      </a:accent1>
      <a:accent2>
        <a:srgbClr val="64A9F2"/>
      </a:accent2>
      <a:accent3>
        <a:srgbClr val="E1AE65"/>
      </a:accent3>
      <a:accent4>
        <a:srgbClr val="8F76CB"/>
      </a:accent4>
      <a:accent5>
        <a:srgbClr val="D36F6F"/>
      </a:accent5>
      <a:accent6>
        <a:srgbClr val="1D9C9C"/>
      </a:accent6>
      <a:hlink>
        <a:srgbClr val="5BE4C3"/>
      </a:hlink>
      <a:folHlink>
        <a:srgbClr val="AA88D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undefined · Clase 1</dc:title>
  <dc:creator>Sergio Gevatschnaider</dc:creator>
  <cp:lastModifiedBy>Sergio Gevatschnaider</cp:lastModifiedBy>
</cp:coreProperties>
</file>