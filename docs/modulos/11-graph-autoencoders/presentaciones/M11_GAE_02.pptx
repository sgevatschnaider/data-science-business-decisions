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Decoder de enlaces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Un decoder sencillo estima la probabilidad de arista mediante producto interno y sigmoide. Es simétrico, por lo que no capta dirección.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Âij=σ(ziᵀzj)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Decoder de enlaces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Âij=σ(ziᵀzj)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3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3/12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Decoder de enlaces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4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4/12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Reconstrucción de adyacencia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Optimizar una pérdida de entropía cruzada para pares con y sin arista; prestar atención a negativas muestreadas y desequilibrios.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L=−Σij[Aij log Âij+(1−Aij)log(1−Âij)]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5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5/12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Reconstrucción de adyacencia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L=−Σij[Aij log Âij+(1−Aij)log(1−Âij)]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6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6/12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Reconstrucción de adyacencia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7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7/12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Evaluación correcta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Separar aristas de entrenamiento/validación/test y evitar fugas a través del encoder. Medir AUC y Average Precision con un diseño justificable.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Train / validación / test de enlaces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8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8/12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Evaluación correcta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Train / validación / test de enlaces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9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9/12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Evaluación correcta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0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10/12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Redes multirrelacionales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La misma pareja puede cooperar en infraestructura y competir en el desarrollo de modelos. Usar una capa para cada relación.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A(coordinación), A(competencia)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11/12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Redes multirrelacionales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A(coordinación), A(competencia)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12/12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Redes multirrelacionales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os y Decisiones">
  <a:themeElements>
    <a:clrScheme name="Teal Dark">
      <a:dk1>
        <a:sysClr val="windowText" lastClr="000000"/>
      </a:dk1>
      <a:lt1>
        <a:sysClr val="window" lastClr="FFFFFF"/>
      </a:lt1>
      <a:dk2>
        <a:srgbClr val="0A2034"/>
      </a:dk2>
      <a:lt2>
        <a:srgbClr val="EAF8FF"/>
      </a:lt2>
      <a:accent1>
        <a:srgbClr val="5BE4C3"/>
      </a:accent1>
      <a:accent2>
        <a:srgbClr val="64A9F2"/>
      </a:accent2>
      <a:accent3>
        <a:srgbClr val="E1AE65"/>
      </a:accent3>
      <a:accent4>
        <a:srgbClr val="8F76CB"/>
      </a:accent4>
      <a:accent5>
        <a:srgbClr val="D36F6F"/>
      </a:accent5>
      <a:accent6>
        <a:srgbClr val="1D9C9C"/>
      </a:accent6>
      <a:hlink>
        <a:srgbClr val="5BE4C3"/>
      </a:hlink>
      <a:folHlink>
        <a:srgbClr val="AA88D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· Clase 2</dc:title>
  <dc:creator>Sergio Gevatschnaider</dc:creator>
  <cp:lastModifiedBy>Sergio Gevatschnaider</cp:lastModifiedBy>
</cp:coreProperties>
</file>